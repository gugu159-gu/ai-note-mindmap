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软件工程概述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软件工程的定义</a:t>
            </a:r>
          </a:p>
          <a:p>
            <a:r>
              <a:t>软件危机的背景</a:t>
            </a:r>
          </a:p>
          <a:p>
            <a:r>
              <a:t>软件工程的目标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软件过程模型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瀑布模型：阶段化、文档驱动</a:t>
            </a:r>
          </a:p>
          <a:p>
            <a:r>
              <a:t>增量模型：分批交付</a:t>
            </a:r>
          </a:p>
          <a:p>
            <a:r>
              <a:t>敏捷开发：迭代演进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需求工程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需求获取方法：访谈/原型</a:t>
            </a:r>
          </a:p>
          <a:p>
            <a:r>
              <a:t>需求分析：用例建模</a:t>
            </a:r>
          </a:p>
          <a:p>
            <a:r>
              <a:t>需求规格说明书 SRS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